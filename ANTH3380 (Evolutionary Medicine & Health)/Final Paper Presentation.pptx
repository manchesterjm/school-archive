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262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Manchester" userId="c007dd36b976cf96" providerId="LiveId" clId="{2D992B1C-9E94-41E1-9D76-B91984ED580B}"/>
    <pc:docChg chg="undo custSel modSld modMainMaster">
      <pc:chgData name="Josh Manchester" userId="c007dd36b976cf96" providerId="LiveId" clId="{2D992B1C-9E94-41E1-9D76-B91984ED580B}" dt="2025-01-15T15:12:46.236" v="320" actId="1076"/>
      <pc:docMkLst>
        <pc:docMk/>
      </pc:docMkLst>
      <pc:sldChg chg="addSp modSp mod">
        <pc:chgData name="Josh Manchester" userId="c007dd36b976cf96" providerId="LiveId" clId="{2D992B1C-9E94-41E1-9D76-B91984ED580B}" dt="2025-01-15T14:39:08.226" v="282" actId="1076"/>
        <pc:sldMkLst>
          <pc:docMk/>
          <pc:sldMk cId="2230215473" sldId="256"/>
        </pc:sldMkLst>
        <pc:spChg chg="mod">
          <ac:chgData name="Josh Manchester" userId="c007dd36b976cf96" providerId="LiveId" clId="{2D992B1C-9E94-41E1-9D76-B91984ED580B}" dt="2025-01-15T14:33:35.422" v="277" actId="1076"/>
          <ac:spMkLst>
            <pc:docMk/>
            <pc:sldMk cId="2230215473" sldId="256"/>
            <ac:spMk id="6" creationId="{46C6B212-383C-A675-DBD7-92B8FFDB91A2}"/>
          </ac:spMkLst>
        </pc:spChg>
        <pc:picChg chg="add mod">
          <ac:chgData name="Josh Manchester" userId="c007dd36b976cf96" providerId="LiveId" clId="{2D992B1C-9E94-41E1-9D76-B91984ED580B}" dt="2025-01-15T14:36:24.646" v="278"/>
          <ac:picMkLst>
            <pc:docMk/>
            <pc:sldMk cId="2230215473" sldId="256"/>
            <ac:picMk id="3" creationId="{50F68B09-82B9-75AC-0972-D79FD30DEDDF}"/>
          </ac:picMkLst>
        </pc:picChg>
        <pc:picChg chg="add mod">
          <ac:chgData name="Josh Manchester" userId="c007dd36b976cf96" providerId="LiveId" clId="{2D992B1C-9E94-41E1-9D76-B91984ED580B}" dt="2025-01-15T14:37:04.952" v="279"/>
          <ac:picMkLst>
            <pc:docMk/>
            <pc:sldMk cId="2230215473" sldId="256"/>
            <ac:picMk id="5" creationId="{EDCA2C4B-A92D-96A5-141E-D4C69D187A79}"/>
          </ac:picMkLst>
        </pc:picChg>
        <pc:picChg chg="mod">
          <ac:chgData name="Josh Manchester" userId="c007dd36b976cf96" providerId="LiveId" clId="{2D992B1C-9E94-41E1-9D76-B91984ED580B}" dt="2025-01-14T18:59:47.488" v="249" actId="1076"/>
          <ac:picMkLst>
            <pc:docMk/>
            <pc:sldMk cId="2230215473" sldId="256"/>
            <ac:picMk id="7" creationId="{58DFDEA8-33BC-4222-05A0-3AE0EA0387DB}"/>
          </ac:picMkLst>
        </pc:picChg>
        <pc:picChg chg="add mod">
          <ac:chgData name="Josh Manchester" userId="c007dd36b976cf96" providerId="LiveId" clId="{2D992B1C-9E94-41E1-9D76-B91984ED580B}" dt="2025-01-15T14:39:08.226" v="282" actId="1076"/>
          <ac:picMkLst>
            <pc:docMk/>
            <pc:sldMk cId="2230215473" sldId="256"/>
            <ac:picMk id="9" creationId="{B54A6FFC-EDA8-2D6D-6EAC-8A21C4FB6277}"/>
          </ac:picMkLst>
        </pc:picChg>
      </pc:sldChg>
      <pc:sldChg chg="addSp delSp modSp mod">
        <pc:chgData name="Josh Manchester" userId="c007dd36b976cf96" providerId="LiveId" clId="{2D992B1C-9E94-41E1-9D76-B91984ED580B}" dt="2025-01-15T14:42:29.307" v="291" actId="1076"/>
        <pc:sldMkLst>
          <pc:docMk/>
          <pc:sldMk cId="3177999805" sldId="257"/>
        </pc:sldMkLst>
        <pc:spChg chg="mod">
          <ac:chgData name="Josh Manchester" userId="c007dd36b976cf96" providerId="LiveId" clId="{2D992B1C-9E94-41E1-9D76-B91984ED580B}" dt="2025-01-14T18:31:23.737" v="7" actId="113"/>
          <ac:spMkLst>
            <pc:docMk/>
            <pc:sldMk cId="3177999805" sldId="257"/>
            <ac:spMk id="5" creationId="{52B5992C-F009-679E-EE41-139B29AC8071}"/>
          </ac:spMkLst>
        </pc:spChg>
        <pc:spChg chg="add mod">
          <ac:chgData name="Josh Manchester" userId="c007dd36b976cf96" providerId="LiveId" clId="{2D992B1C-9E94-41E1-9D76-B91984ED580B}" dt="2025-01-14T18:33:50" v="106" actId="122"/>
          <ac:spMkLst>
            <pc:docMk/>
            <pc:sldMk cId="3177999805" sldId="257"/>
            <ac:spMk id="7" creationId="{E1EBA3E7-7E5E-40A3-E4C6-3BB6D95D23D7}"/>
          </ac:spMkLst>
        </pc:spChg>
        <pc:picChg chg="add del mod">
          <ac:chgData name="Josh Manchester" userId="c007dd36b976cf96" providerId="LiveId" clId="{2D992B1C-9E94-41E1-9D76-B91984ED580B}" dt="2025-01-15T14:40:41.358" v="286" actId="478"/>
          <ac:picMkLst>
            <pc:docMk/>
            <pc:sldMk cId="3177999805" sldId="257"/>
            <ac:picMk id="3" creationId="{ACA159E0-6624-E6EE-8BBF-69835FFEB1C4}"/>
          </ac:picMkLst>
        </pc:picChg>
        <pc:picChg chg="mod">
          <ac:chgData name="Josh Manchester" userId="c007dd36b976cf96" providerId="LiveId" clId="{2D992B1C-9E94-41E1-9D76-B91984ED580B}" dt="2025-01-14T19:00:00.884" v="255" actId="1076"/>
          <ac:picMkLst>
            <pc:docMk/>
            <pc:sldMk cId="3177999805" sldId="257"/>
            <ac:picMk id="6" creationId="{F909EBE5-CFED-52F2-D9AA-A40D0E629CD1}"/>
          </ac:picMkLst>
        </pc:picChg>
        <pc:picChg chg="add mod">
          <ac:chgData name="Josh Manchester" userId="c007dd36b976cf96" providerId="LiveId" clId="{2D992B1C-9E94-41E1-9D76-B91984ED580B}" dt="2025-01-15T14:42:29.307" v="291" actId="1076"/>
          <ac:picMkLst>
            <pc:docMk/>
            <pc:sldMk cId="3177999805" sldId="257"/>
            <ac:picMk id="8" creationId="{4387C95D-C7D5-B1F1-27ED-AC2EFF7C565E}"/>
          </ac:picMkLst>
        </pc:picChg>
      </pc:sldChg>
      <pc:sldChg chg="addSp modSp mod">
        <pc:chgData name="Josh Manchester" userId="c007dd36b976cf96" providerId="LiveId" clId="{2D992B1C-9E94-41E1-9D76-B91984ED580B}" dt="2025-01-15T15:12:46.236" v="320" actId="1076"/>
        <pc:sldMkLst>
          <pc:docMk/>
          <pc:sldMk cId="72234980" sldId="258"/>
        </pc:sldMkLst>
        <pc:spChg chg="mod">
          <ac:chgData name="Josh Manchester" userId="c007dd36b976cf96" providerId="LiveId" clId="{2D992B1C-9E94-41E1-9D76-B91984ED580B}" dt="2025-01-15T15:12:46.236" v="320" actId="1076"/>
          <ac:spMkLst>
            <pc:docMk/>
            <pc:sldMk cId="72234980" sldId="258"/>
            <ac:spMk id="5" creationId="{430508D1-5EC6-53A4-1807-EC3485D66686}"/>
          </ac:spMkLst>
        </pc:spChg>
        <pc:spChg chg="add mod">
          <ac:chgData name="Josh Manchester" userId="c007dd36b976cf96" providerId="LiveId" clId="{2D992B1C-9E94-41E1-9D76-B91984ED580B}" dt="2025-01-14T18:34:26.803" v="108" actId="1076"/>
          <ac:spMkLst>
            <pc:docMk/>
            <pc:sldMk cId="72234980" sldId="258"/>
            <ac:spMk id="7" creationId="{3BC5394E-EE83-7B84-769B-82080037D953}"/>
          </ac:spMkLst>
        </pc:spChg>
        <pc:picChg chg="add mod">
          <ac:chgData name="Josh Manchester" userId="c007dd36b976cf96" providerId="LiveId" clId="{2D992B1C-9E94-41E1-9D76-B91984ED580B}" dt="2025-01-15T14:43:29.983" v="297" actId="1076"/>
          <ac:picMkLst>
            <pc:docMk/>
            <pc:sldMk cId="72234980" sldId="258"/>
            <ac:picMk id="3" creationId="{1AE05176-B40A-8E3E-5406-2B7AD5D0F151}"/>
          </ac:picMkLst>
        </pc:picChg>
        <pc:picChg chg="mod">
          <ac:chgData name="Josh Manchester" userId="c007dd36b976cf96" providerId="LiveId" clId="{2D992B1C-9E94-41E1-9D76-B91984ED580B}" dt="2025-01-14T19:00:12.246" v="259" actId="1076"/>
          <ac:picMkLst>
            <pc:docMk/>
            <pc:sldMk cId="72234980" sldId="258"/>
            <ac:picMk id="6" creationId="{80614036-3662-7212-BE86-008A33C5F5AA}"/>
          </ac:picMkLst>
        </pc:picChg>
      </pc:sldChg>
      <pc:sldChg chg="addSp modSp mod">
        <pc:chgData name="Josh Manchester" userId="c007dd36b976cf96" providerId="LiveId" clId="{2D992B1C-9E94-41E1-9D76-B91984ED580B}" dt="2025-01-15T14:50:30.903" v="318" actId="1076"/>
        <pc:sldMkLst>
          <pc:docMk/>
          <pc:sldMk cId="3693440003" sldId="259"/>
        </pc:sldMkLst>
        <pc:spChg chg="add mod">
          <ac:chgData name="Josh Manchester" userId="c007dd36b976cf96" providerId="LiveId" clId="{2D992B1C-9E94-41E1-9D76-B91984ED580B}" dt="2025-01-14T18:35:01.987" v="148" actId="1076"/>
          <ac:spMkLst>
            <pc:docMk/>
            <pc:sldMk cId="3693440003" sldId="259"/>
            <ac:spMk id="7" creationId="{3EF32C1F-B617-B387-9492-9B552F07B921}"/>
          </ac:spMkLst>
        </pc:spChg>
        <pc:picChg chg="add mod">
          <ac:chgData name="Josh Manchester" userId="c007dd36b976cf96" providerId="LiveId" clId="{2D992B1C-9E94-41E1-9D76-B91984ED580B}" dt="2025-01-15T14:50:30.903" v="318" actId="1076"/>
          <ac:picMkLst>
            <pc:docMk/>
            <pc:sldMk cId="3693440003" sldId="259"/>
            <ac:picMk id="3" creationId="{B2EC3BE4-EFB0-E60A-C3F2-31B20A6BE0DB}"/>
          </ac:picMkLst>
        </pc:picChg>
        <pc:picChg chg="mod">
          <ac:chgData name="Josh Manchester" userId="c007dd36b976cf96" providerId="LiveId" clId="{2D992B1C-9E94-41E1-9D76-B91984ED580B}" dt="2025-01-14T19:00:20.636" v="263" actId="1076"/>
          <ac:picMkLst>
            <pc:docMk/>
            <pc:sldMk cId="3693440003" sldId="259"/>
            <ac:picMk id="6" creationId="{0F0C5B7F-536C-F2A0-CA96-29C775ABA349}"/>
          </ac:picMkLst>
        </pc:picChg>
      </pc:sldChg>
      <pc:sldChg chg="addSp modSp mod">
        <pc:chgData name="Josh Manchester" userId="c007dd36b976cf96" providerId="LiveId" clId="{2D992B1C-9E94-41E1-9D76-B91984ED580B}" dt="2025-01-15T14:47:38.752" v="307" actId="1076"/>
        <pc:sldMkLst>
          <pc:docMk/>
          <pc:sldMk cId="2699189890" sldId="260"/>
        </pc:sldMkLst>
        <pc:spChg chg="mod">
          <ac:chgData name="Josh Manchester" userId="c007dd36b976cf96" providerId="LiveId" clId="{2D992B1C-9E94-41E1-9D76-B91984ED580B}" dt="2025-01-14T18:50:49.556" v="236" actId="113"/>
          <ac:spMkLst>
            <pc:docMk/>
            <pc:sldMk cId="2699189890" sldId="260"/>
            <ac:spMk id="6" creationId="{92702801-64DE-4949-94DB-CB204AE108E6}"/>
          </ac:spMkLst>
        </pc:spChg>
        <pc:spChg chg="add mod">
          <ac:chgData name="Josh Manchester" userId="c007dd36b976cf96" providerId="LiveId" clId="{2D992B1C-9E94-41E1-9D76-B91984ED580B}" dt="2025-01-14T18:35:31.634" v="176" actId="20577"/>
          <ac:spMkLst>
            <pc:docMk/>
            <pc:sldMk cId="2699189890" sldId="260"/>
            <ac:spMk id="10" creationId="{749D54F8-9C90-A620-0B56-CD12E09DC9AE}"/>
          </ac:spMkLst>
        </pc:spChg>
        <pc:picChg chg="add mod">
          <ac:chgData name="Josh Manchester" userId="c007dd36b976cf96" providerId="LiveId" clId="{2D992B1C-9E94-41E1-9D76-B91984ED580B}" dt="2025-01-15T14:47:38.752" v="307" actId="1076"/>
          <ac:picMkLst>
            <pc:docMk/>
            <pc:sldMk cId="2699189890" sldId="260"/>
            <ac:picMk id="3" creationId="{F485F176-CB4B-D8ED-42DA-2EC9A7C02756}"/>
          </ac:picMkLst>
        </pc:picChg>
        <pc:picChg chg="mod">
          <ac:chgData name="Josh Manchester" userId="c007dd36b976cf96" providerId="LiveId" clId="{2D992B1C-9E94-41E1-9D76-B91984ED580B}" dt="2025-01-14T19:00:28.284" v="266" actId="1076"/>
          <ac:picMkLst>
            <pc:docMk/>
            <pc:sldMk cId="2699189890" sldId="260"/>
            <ac:picMk id="9" creationId="{EB3440C1-CCDD-641A-70DD-9D0B1B96A166}"/>
          </ac:picMkLst>
        </pc:picChg>
      </pc:sldChg>
      <pc:sldChg chg="addSp modSp mod">
        <pc:chgData name="Josh Manchester" userId="c007dd36b976cf96" providerId="LiveId" clId="{2D992B1C-9E94-41E1-9D76-B91984ED580B}" dt="2025-01-15T14:48:28.263" v="310" actId="1076"/>
        <pc:sldMkLst>
          <pc:docMk/>
          <pc:sldMk cId="4095259477" sldId="261"/>
        </pc:sldMkLst>
        <pc:spChg chg="mod">
          <ac:chgData name="Josh Manchester" userId="c007dd36b976cf96" providerId="LiveId" clId="{2D992B1C-9E94-41E1-9D76-B91984ED580B}" dt="2025-01-14T18:50:59.414" v="239" actId="113"/>
          <ac:spMkLst>
            <pc:docMk/>
            <pc:sldMk cId="4095259477" sldId="261"/>
            <ac:spMk id="7" creationId="{89B07FF9-E287-1660-8FD4-58A8804EE061}"/>
          </ac:spMkLst>
        </pc:spChg>
        <pc:spChg chg="add mod">
          <ac:chgData name="Josh Manchester" userId="c007dd36b976cf96" providerId="LiveId" clId="{2D992B1C-9E94-41E1-9D76-B91984ED580B}" dt="2025-01-14T18:35:55.901" v="197" actId="20577"/>
          <ac:spMkLst>
            <pc:docMk/>
            <pc:sldMk cId="4095259477" sldId="261"/>
            <ac:spMk id="9" creationId="{12778412-28E8-C28B-6454-3518CA84155E}"/>
          </ac:spMkLst>
        </pc:spChg>
        <pc:picChg chg="add mod">
          <ac:chgData name="Josh Manchester" userId="c007dd36b976cf96" providerId="LiveId" clId="{2D992B1C-9E94-41E1-9D76-B91984ED580B}" dt="2025-01-15T14:48:28.263" v="310" actId="1076"/>
          <ac:picMkLst>
            <pc:docMk/>
            <pc:sldMk cId="4095259477" sldId="261"/>
            <ac:picMk id="3" creationId="{0A7DF80C-937D-8E61-2C6F-3099F486A7AA}"/>
          </ac:picMkLst>
        </pc:picChg>
        <pc:picChg chg="mod">
          <ac:chgData name="Josh Manchester" userId="c007dd36b976cf96" providerId="LiveId" clId="{2D992B1C-9E94-41E1-9D76-B91984ED580B}" dt="2025-01-14T19:00:36.364" v="269" actId="1076"/>
          <ac:picMkLst>
            <pc:docMk/>
            <pc:sldMk cId="4095259477" sldId="261"/>
            <ac:picMk id="8" creationId="{5446F25A-7E4B-6DAA-8FAF-7C10E948F70C}"/>
          </ac:picMkLst>
        </pc:picChg>
      </pc:sldChg>
      <pc:sldChg chg="addSp modSp mod">
        <pc:chgData name="Josh Manchester" userId="c007dd36b976cf96" providerId="LiveId" clId="{2D992B1C-9E94-41E1-9D76-B91984ED580B}" dt="2025-01-15T14:50:03.237" v="316" actId="1076"/>
        <pc:sldMkLst>
          <pc:docMk/>
          <pc:sldMk cId="879707531" sldId="262"/>
        </pc:sldMkLst>
        <pc:spChg chg="mod">
          <ac:chgData name="Josh Manchester" userId="c007dd36b976cf96" providerId="LiveId" clId="{2D992B1C-9E94-41E1-9D76-B91984ED580B}" dt="2025-01-14T18:51:06.719" v="242" actId="113"/>
          <ac:spMkLst>
            <pc:docMk/>
            <pc:sldMk cId="879707531" sldId="262"/>
            <ac:spMk id="5" creationId="{E752BCC7-DF0B-1C63-9D36-555D9451FE48}"/>
          </ac:spMkLst>
        </pc:spChg>
        <pc:spChg chg="add mod">
          <ac:chgData name="Josh Manchester" userId="c007dd36b976cf96" providerId="LiveId" clId="{2D992B1C-9E94-41E1-9D76-B91984ED580B}" dt="2025-01-14T18:36:15.351" v="215" actId="20577"/>
          <ac:spMkLst>
            <pc:docMk/>
            <pc:sldMk cId="879707531" sldId="262"/>
            <ac:spMk id="7" creationId="{952922BA-6A20-42A2-CF1E-11369C327E5A}"/>
          </ac:spMkLst>
        </pc:spChg>
        <pc:picChg chg="add mod">
          <ac:chgData name="Josh Manchester" userId="c007dd36b976cf96" providerId="LiveId" clId="{2D992B1C-9E94-41E1-9D76-B91984ED580B}" dt="2025-01-15T14:49:17.821" v="313" actId="1076"/>
          <ac:picMkLst>
            <pc:docMk/>
            <pc:sldMk cId="879707531" sldId="262"/>
            <ac:picMk id="3" creationId="{1718ECE4-0176-B963-FE45-5464028B6A81}"/>
          </ac:picMkLst>
        </pc:picChg>
        <pc:picChg chg="mod">
          <ac:chgData name="Josh Manchester" userId="c007dd36b976cf96" providerId="LiveId" clId="{2D992B1C-9E94-41E1-9D76-B91984ED580B}" dt="2025-01-14T19:00:44.555" v="271" actId="1076"/>
          <ac:picMkLst>
            <pc:docMk/>
            <pc:sldMk cId="879707531" sldId="262"/>
            <ac:picMk id="6" creationId="{70FD2C94-7AB3-5B4A-6463-31B4A876BFA6}"/>
          </ac:picMkLst>
        </pc:picChg>
        <pc:picChg chg="add mod">
          <ac:chgData name="Josh Manchester" userId="c007dd36b976cf96" providerId="LiveId" clId="{2D992B1C-9E94-41E1-9D76-B91984ED580B}" dt="2025-01-15T14:50:03.237" v="316" actId="1076"/>
          <ac:picMkLst>
            <pc:docMk/>
            <pc:sldMk cId="879707531" sldId="262"/>
            <ac:picMk id="8" creationId="{3C57940F-489A-5465-A99A-4FA2FBC3BAEE}"/>
          </ac:picMkLst>
        </pc:picChg>
      </pc:sldChg>
      <pc:sldChg chg="addSp modSp mod">
        <pc:chgData name="Josh Manchester" userId="c007dd36b976cf96" providerId="LiveId" clId="{2D992B1C-9E94-41E1-9D76-B91984ED580B}" dt="2025-01-14T19:00:54.497" v="275" actId="1076"/>
        <pc:sldMkLst>
          <pc:docMk/>
          <pc:sldMk cId="1010661974" sldId="263"/>
        </pc:sldMkLst>
        <pc:spChg chg="mod">
          <ac:chgData name="Josh Manchester" userId="c007dd36b976cf96" providerId="LiveId" clId="{2D992B1C-9E94-41E1-9D76-B91984ED580B}" dt="2025-01-14T18:51:13.575" v="245" actId="113"/>
          <ac:spMkLst>
            <pc:docMk/>
            <pc:sldMk cId="1010661974" sldId="263"/>
            <ac:spMk id="5" creationId="{035F2CF2-5C2D-3A60-E521-B751FAA87641}"/>
          </ac:spMkLst>
        </pc:spChg>
        <pc:spChg chg="add mod">
          <ac:chgData name="Josh Manchester" userId="c007dd36b976cf96" providerId="LiveId" clId="{2D992B1C-9E94-41E1-9D76-B91984ED580B}" dt="2025-01-14T18:36:37.467" v="228" actId="20577"/>
          <ac:spMkLst>
            <pc:docMk/>
            <pc:sldMk cId="1010661974" sldId="263"/>
            <ac:spMk id="7" creationId="{E6527ADE-C875-31A5-5C2D-776F9CD342AF}"/>
          </ac:spMkLst>
        </pc:spChg>
        <pc:picChg chg="mod">
          <ac:chgData name="Josh Manchester" userId="c007dd36b976cf96" providerId="LiveId" clId="{2D992B1C-9E94-41E1-9D76-B91984ED580B}" dt="2025-01-14T19:00:54.497" v="275" actId="1076"/>
          <ac:picMkLst>
            <pc:docMk/>
            <pc:sldMk cId="1010661974" sldId="263"/>
            <ac:picMk id="6" creationId="{0288837A-A66A-0582-E3A7-4EB1F7AB6BC3}"/>
          </ac:picMkLst>
        </pc:picChg>
      </pc:sldChg>
      <pc:sldMasterChg chg="modSldLayout">
        <pc:chgData name="Josh Manchester" userId="c007dd36b976cf96" providerId="LiveId" clId="{2D992B1C-9E94-41E1-9D76-B91984ED580B}" dt="2025-01-15T14:31:49.201" v="276"/>
        <pc:sldMasterMkLst>
          <pc:docMk/>
          <pc:sldMasterMk cId="78597285" sldId="2147483802"/>
        </pc:sldMasterMkLst>
        <pc:sldLayoutChg chg="delSp">
          <pc:chgData name="Josh Manchester" userId="c007dd36b976cf96" providerId="LiveId" clId="{2D992B1C-9E94-41E1-9D76-B91984ED580B}" dt="2025-01-15T14:31:49.201" v="276"/>
          <pc:sldLayoutMkLst>
            <pc:docMk/>
            <pc:sldMasterMk cId="78597285" sldId="2147483802"/>
            <pc:sldLayoutMk cId="2404146097" sldId="2147483820"/>
          </pc:sldLayoutMkLst>
          <pc:spChg chg="del">
            <ac:chgData name="Josh Manchester" userId="c007dd36b976cf96" providerId="LiveId" clId="{2D992B1C-9E94-41E1-9D76-B91984ED580B}" dt="2025-01-15T14:31:49.201" v="276"/>
            <ac:spMkLst>
              <pc:docMk/>
              <pc:sldMasterMk cId="78597285" sldId="2147483802"/>
              <pc:sldLayoutMk cId="2404146097" sldId="2147483820"/>
              <ac:spMk id="7" creationId="{00000000-0000-0000-0000-000000000000}"/>
            </ac:spMkLst>
          </pc:spChg>
          <pc:spChg chg="del">
            <ac:chgData name="Josh Manchester" userId="c007dd36b976cf96" providerId="LiveId" clId="{2D992B1C-9E94-41E1-9D76-B91984ED580B}" dt="2025-01-15T14:31:49.201" v="276"/>
            <ac:spMkLst>
              <pc:docMk/>
              <pc:sldMasterMk cId="78597285" sldId="2147483802"/>
              <pc:sldLayoutMk cId="2404146097" sldId="2147483820"/>
              <ac:spMk id="9" creationId="{00000000-0000-0000-0000-000000000000}"/>
            </ac:spMkLst>
          </pc:spChg>
          <pc:spChg chg="del">
            <ac:chgData name="Josh Manchester" userId="c007dd36b976cf96" providerId="LiveId" clId="{2D992B1C-9E94-41E1-9D76-B91984ED580B}" dt="2025-01-15T14:31:49.201" v="276"/>
            <ac:spMkLst>
              <pc:docMk/>
              <pc:sldMasterMk cId="78597285" sldId="2147483802"/>
              <pc:sldLayoutMk cId="2404146097" sldId="2147483820"/>
              <ac:spMk id="29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22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01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60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7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29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5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41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55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2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D98A0-A005-47A5-A23D-818DB3D00283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2FD3BF9-83AE-4E01-9209-D00ACE7DAB0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08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C6B212-383C-A675-DBD7-92B8FFDB91A2}"/>
              </a:ext>
            </a:extLst>
          </p:cNvPr>
          <p:cNvSpPr txBox="1"/>
          <p:nvPr/>
        </p:nvSpPr>
        <p:spPr>
          <a:xfrm>
            <a:off x="3048000" y="22286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Title: </a:t>
            </a:r>
            <a:r>
              <a:rPr lang="en-US" dirty="0"/>
              <a:t>The Evolutionary Roots of Back Pain: A Bipedal Burden</a:t>
            </a:r>
          </a:p>
          <a:p>
            <a:r>
              <a:rPr lang="en-US" b="1" dirty="0"/>
              <a:t>Name: </a:t>
            </a:r>
            <a:r>
              <a:rPr lang="en-US" dirty="0"/>
              <a:t>Josh Manchester</a:t>
            </a:r>
          </a:p>
          <a:p>
            <a:r>
              <a:rPr lang="en-US" b="1" dirty="0"/>
              <a:t>Course/Class</a:t>
            </a:r>
            <a:r>
              <a:rPr lang="en-US" dirty="0"/>
              <a:t>: ANTH 3380 Evolutionary Medicine</a:t>
            </a:r>
          </a:p>
          <a:p>
            <a:r>
              <a:rPr lang="en-US" b="1" dirty="0"/>
              <a:t>Date: </a:t>
            </a:r>
            <a:r>
              <a:rPr lang="en-US" dirty="0"/>
              <a:t>15 January 2025</a:t>
            </a:r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8DFDEA8-33BC-4222-05A0-3AE0EA0387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4A6FFC-EDA8-2D6D-6EAC-8A21C4FB62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0188"/>
            <a:ext cx="2770094" cy="277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1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02"/>
    </mc:Choice>
    <mc:Fallback xmlns="">
      <p:transition spd="slow" advTm="261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10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B5992C-F009-679E-EE41-139B29AC8071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Research Question: </a:t>
            </a:r>
            <a:r>
              <a:rPr lang="en-US" dirty="0"/>
              <a:t>How does the evolution of the human spine for bipedalism contribute to the prevalence of back pain in modern populations?</a:t>
            </a:r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909EBE5-CFED-52F2-D9AA-A40D0E629C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EBA3E7-7E5E-40A3-E4C6-3BB6D95D23D7}"/>
              </a:ext>
            </a:extLst>
          </p:cNvPr>
          <p:cNvSpPr txBox="1"/>
          <p:nvPr/>
        </p:nvSpPr>
        <p:spPr>
          <a:xfrm>
            <a:off x="4149249" y="645460"/>
            <a:ext cx="3893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Research Question/Topic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87C95D-C7D5-B1F1-27ED-AC2EFF7C5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83" y="2124636"/>
            <a:ext cx="2057898" cy="370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39"/>
    </mc:Choice>
    <mc:Fallback xmlns="">
      <p:transition spd="slow" advTm="13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0508D1-5EC6-53A4-1807-EC3485D66686}"/>
              </a:ext>
            </a:extLst>
          </p:cNvPr>
          <p:cNvSpPr txBox="1"/>
          <p:nvPr/>
        </p:nvSpPr>
        <p:spPr>
          <a:xfrm>
            <a:off x="2407022" y="2690336"/>
            <a:ext cx="7377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Evolution of the Spine: </a:t>
            </a:r>
            <a:r>
              <a:rPr lang="en-US" dirty="0"/>
              <a:t>Johanson &amp; Edgar (2010) and Lieberman (2013)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Biomechanical Vulnerabilities: </a:t>
            </a:r>
            <a:r>
              <a:rPr lang="en-US" dirty="0"/>
              <a:t>Schilling et al. (2005)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Disc &amp; Endplate Degeneration: </a:t>
            </a:r>
            <a:r>
              <a:rPr lang="en-US" dirty="0"/>
              <a:t>Farshad-</a:t>
            </a:r>
            <a:r>
              <a:rPr lang="en-US" dirty="0" err="1"/>
              <a:t>Amacker</a:t>
            </a:r>
            <a:r>
              <a:rPr lang="en-US" dirty="0"/>
              <a:t> et al. (2014)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Evolutionary Mismatch</a:t>
            </a:r>
            <a:r>
              <a:rPr lang="en-US" dirty="0"/>
              <a:t>: Lieberman (2013)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Foot-Spine Interplay: </a:t>
            </a:r>
            <a:r>
              <a:rPr lang="en-US" dirty="0"/>
              <a:t>McNutt et al. (2018)</a:t>
            </a:r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0614036-3662-7212-BE86-008A33C5F5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C5394E-EE83-7B84-769B-82080037D953}"/>
              </a:ext>
            </a:extLst>
          </p:cNvPr>
          <p:cNvSpPr txBox="1"/>
          <p:nvPr/>
        </p:nvSpPr>
        <p:spPr>
          <a:xfrm>
            <a:off x="3745580" y="645460"/>
            <a:ext cx="4700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Summary of 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E05176-B40A-8E3E-5406-2B7AD5D0F1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476" y="4775906"/>
            <a:ext cx="3527048" cy="125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56"/>
    </mc:Choice>
    <mc:Fallback xmlns="">
      <p:transition spd="slow" advTm="573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5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944E83-F25A-D26B-A029-DB120DCA6186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Traditional Medicine Approach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symptom management (pain relief, medication, surgery)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physical therapy or ergonomic interventions</a:t>
            </a:r>
          </a:p>
          <a:p>
            <a:r>
              <a:rPr lang="en-US" b="1" dirty="0"/>
              <a:t>Evolutionary Medicine Approach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Understanding bipedal adaptations and inherent spinal weaknesses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Emphasis on posture, movement patterns, and lifestyle changes informed by evolutionary history</a:t>
            </a:r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F0C5B7F-536C-F2A0-CA96-29C775ABA3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F32C1F-B617-B387-9492-9B552F07B921}"/>
              </a:ext>
            </a:extLst>
          </p:cNvPr>
          <p:cNvSpPr txBox="1"/>
          <p:nvPr/>
        </p:nvSpPr>
        <p:spPr>
          <a:xfrm>
            <a:off x="3241629" y="636496"/>
            <a:ext cx="5708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Traditional vs. Evolutionary Medicine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C3BE4-EFB0-E60A-C3F2-31B20A6BE0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1" y="2243418"/>
            <a:ext cx="2371163" cy="237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4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61"/>
    </mc:Choice>
    <mc:Fallback xmlns="">
      <p:transition spd="slow" advTm="468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8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702801-64DE-4949-94DB-CB204AE108E6}"/>
              </a:ext>
            </a:extLst>
          </p:cNvPr>
          <p:cNvSpPr txBox="1"/>
          <p:nvPr/>
        </p:nvSpPr>
        <p:spPr>
          <a:xfrm>
            <a:off x="2814917" y="2551837"/>
            <a:ext cx="6562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Lumbar Lordosis: </a:t>
            </a:r>
            <a:r>
              <a:rPr lang="en-US" dirty="0"/>
              <a:t>Facilitates upright walking but increases stress on lower vertebrae.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Sedentary Lifestyles: </a:t>
            </a:r>
            <a:r>
              <a:rPr lang="en-US" dirty="0"/>
              <a:t>Mismatch between ancestral activity levels and modern sitting.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Genetic &amp; Environmental Interplay: </a:t>
            </a:r>
            <a:r>
              <a:rPr lang="en-US" dirty="0"/>
              <a:t>Mechanical stress plus genetic predispositions.</a:t>
            </a:r>
          </a:p>
        </p:txBody>
      </p:sp>
      <p:pic>
        <p:nvPicPr>
          <p:cNvPr id="9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B3440C1-CCDD-641A-70DD-9D0B1B96A1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9D54F8-9C90-A620-0B56-CD12E09DC9AE}"/>
              </a:ext>
            </a:extLst>
          </p:cNvPr>
          <p:cNvSpPr txBox="1"/>
          <p:nvPr/>
        </p:nvSpPr>
        <p:spPr>
          <a:xfrm>
            <a:off x="4180289" y="636496"/>
            <a:ext cx="3831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Key Evolutionary Factors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5F176-CB4B-D8ED-42DA-2EC9A7C02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44" y="-255781"/>
            <a:ext cx="2307773" cy="230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8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31"/>
    </mc:Choice>
    <mc:Fallback xmlns="">
      <p:transition spd="slow" advTm="283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33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9B07FF9-E287-1660-8FD4-58A8804EE061}"/>
              </a:ext>
            </a:extLst>
          </p:cNvPr>
          <p:cNvSpPr txBox="1"/>
          <p:nvPr/>
        </p:nvSpPr>
        <p:spPr>
          <a:xfrm>
            <a:off x="3348318" y="2274838"/>
            <a:ext cx="54953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Genetic Markers: </a:t>
            </a:r>
            <a:r>
              <a:rPr lang="en-US" dirty="0"/>
              <a:t>Which individuals are at the highest risk based on spinal or foot morphology?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Optimal Movement Patterns: </a:t>
            </a:r>
            <a:r>
              <a:rPr lang="en-US" dirty="0"/>
              <a:t>How can we better define and measure ‘ancestral’ movement to reduce back pain?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Integrating Disciplines: </a:t>
            </a:r>
            <a:r>
              <a:rPr lang="en-US" dirty="0"/>
              <a:t>How can evolutionary biologists, clinicians, and </a:t>
            </a:r>
            <a:r>
              <a:rPr lang="en-US" dirty="0" err="1"/>
              <a:t>biomechanists</a:t>
            </a:r>
            <a:r>
              <a:rPr lang="en-US" dirty="0"/>
              <a:t> collaborate to create holistic interventions?</a:t>
            </a:r>
          </a:p>
        </p:txBody>
      </p:sp>
      <p:pic>
        <p:nvPicPr>
          <p:cNvPr id="8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446F25A-7E4B-6DAA-8FAF-7C10E948F7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778412-28E8-C28B-6454-3518CA84155E}"/>
              </a:ext>
            </a:extLst>
          </p:cNvPr>
          <p:cNvSpPr txBox="1"/>
          <p:nvPr/>
        </p:nvSpPr>
        <p:spPr>
          <a:xfrm>
            <a:off x="4423758" y="636496"/>
            <a:ext cx="3344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Remaining Questions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DF80C-937D-8E61-2C6F-3099F486A7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953" y="2353235"/>
            <a:ext cx="1434353" cy="215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5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308"/>
    </mc:Choice>
    <mc:Fallback xmlns="">
      <p:transition spd="slow" advTm="283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3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52BCC7-DF0B-1C63-9D36-555D9451FE48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Interdisciplinary Research: </a:t>
            </a:r>
            <a:r>
              <a:rPr lang="en-US" dirty="0"/>
              <a:t>Bridging paleoanthropology, biomechanics, and clinical practice (McNutt et al., 2018).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Preventive Measures: </a:t>
            </a:r>
            <a:r>
              <a:rPr lang="en-US" dirty="0"/>
              <a:t>Encouraging active, varied movement and ergonomic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Tailored Treatments: </a:t>
            </a:r>
            <a:r>
              <a:rPr lang="en-US" dirty="0"/>
              <a:t>Personalized exercise programs targeting weak links (Schilling et al., 2005).</a:t>
            </a:r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0FD2C94-7AB3-5B4A-6463-31B4A876BF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2922BA-6A20-42A2-CF1E-11369C327E5A}"/>
              </a:ext>
            </a:extLst>
          </p:cNvPr>
          <p:cNvSpPr txBox="1"/>
          <p:nvPr/>
        </p:nvSpPr>
        <p:spPr>
          <a:xfrm>
            <a:off x="4717303" y="636496"/>
            <a:ext cx="2757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Future Directions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8ECE4-0176-B963-FE45-5464028B6A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7770" y="2053898"/>
            <a:ext cx="3475770" cy="27502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57940F-489A-5465-A99A-4FA2FBC3BA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006" y="2494878"/>
            <a:ext cx="2023782" cy="181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0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15"/>
    </mc:Choice>
    <mc:Fallback xmlns="">
      <p:transition spd="slow" advTm="316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5F2CF2-5C2D-3A60-E521-B751FAA87641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Summary: </a:t>
            </a:r>
            <a:r>
              <a:rPr lang="en-US" dirty="0"/>
              <a:t>Bipedal evolution + modern lifestyles = High back pain prevalence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Significance: </a:t>
            </a:r>
            <a:r>
              <a:rPr lang="en-US" dirty="0"/>
              <a:t>Evolutionary understanding can inform better prevention and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Final Thought: </a:t>
            </a:r>
            <a:r>
              <a:rPr lang="en-US" dirty="0"/>
              <a:t>Addressing both biology and behavior is key to reducing the burden of back pain</a:t>
            </a:r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288837A-A66A-0582-E3A7-4EB1F7AB6B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38560" y="6035040"/>
            <a:ext cx="609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527ADE-C875-31A5-5C2D-776F9CD342AF}"/>
              </a:ext>
            </a:extLst>
          </p:cNvPr>
          <p:cNvSpPr txBox="1"/>
          <p:nvPr/>
        </p:nvSpPr>
        <p:spPr>
          <a:xfrm>
            <a:off x="5192564" y="636496"/>
            <a:ext cx="1806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1066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42"/>
    </mc:Choice>
    <mc:Fallback xmlns="">
      <p:transition spd="slow" advTm="262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2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84</TotalTime>
  <Words>350</Words>
  <Application>Microsoft Office PowerPoint</Application>
  <PresentationFormat>Widescreen</PresentationFormat>
  <Paragraphs>35</Paragraphs>
  <Slides>8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Manchester</dc:creator>
  <cp:lastModifiedBy>Josh Manchester</cp:lastModifiedBy>
  <cp:revision>1</cp:revision>
  <dcterms:created xsi:type="dcterms:W3CDTF">2025-01-14T18:22:09Z</dcterms:created>
  <dcterms:modified xsi:type="dcterms:W3CDTF">2025-01-15T15:12:48Z</dcterms:modified>
</cp:coreProperties>
</file>