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75FD8-2EED-4CA5-A1CC-1B01B033E8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DFADEE-86C0-4332-B861-367705C567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418989-C6EA-46DA-BAD4-AEC61FB43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28235-8AFE-4C2A-B711-D2CD7C028CA0}" type="datetimeFigureOut">
              <a:rPr lang="en-US" smtClean="0"/>
              <a:t>10/27/2019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04F58-9767-43A3-B543-0AD60C424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F5CEB3-5987-419F-80EC-70C619377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9120C-1D88-4FB3-AB56-D34E189AF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091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9565F-83A1-4BA3-9C5B-81A4C37B2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DA600-EE91-41F7-ACAD-26E040F90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66B6D-EB17-49CC-B8B4-8E5ECC11D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28235-8AFE-4C2A-B711-D2CD7C028CA0}" type="datetimeFigureOut">
              <a:rPr lang="en-US" smtClean="0"/>
              <a:t>10/27/2019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35443-02F2-41AD-B46C-0D0C446AC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1AD0A2-214B-408F-8C37-5A801D4B4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9120C-1D88-4FB3-AB56-D34E189AF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677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2E2C2-593A-4128-BC48-11E273402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528BB4-5D60-4ED0-B0B7-B571FC4CF4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4C874B-1907-43DF-B9F7-FEE9555BE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28235-8AFE-4C2A-B711-D2CD7C028CA0}" type="datetimeFigureOut">
              <a:rPr lang="en-US" smtClean="0"/>
              <a:t>10/27/2019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43420-FB2E-4381-96CD-3EEB05B48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8A5DF-61F6-4CDB-9752-C7825999B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9120C-1D88-4FB3-AB56-D34E189AF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63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DCB20-6804-4BBC-859E-12B060720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FF666-435C-4633-8F98-469EB07408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960CEA-1165-4E64-8071-31C03F7CC5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01402C-0AD8-4D38-B010-C1F504863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28235-8AFE-4C2A-B711-D2CD7C028CA0}" type="datetimeFigureOut">
              <a:rPr lang="en-US" smtClean="0"/>
              <a:t>10/27/2019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9EADA4-E250-4223-A6BF-E9DBCFD0D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3AA544-5772-4FC3-9A8A-C14F1160A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9120C-1D88-4FB3-AB56-D34E189AF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984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8D917-9949-44BA-A8C1-120116204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F08284-28E7-48B1-B2B9-600F02735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1A3E37-E39B-4582-9844-897D0307C4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2E7E9-2068-489B-9EAC-FFB687E107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C6C0B0-ADBC-4F10-970F-F895A6B031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6D3B04-5707-40CE-82C2-3D400F585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28235-8AFE-4C2A-B711-D2CD7C028CA0}" type="datetimeFigureOut">
              <a:rPr lang="en-US" smtClean="0"/>
              <a:t>10/27/2019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B31BB3-F34B-4CB9-9B1A-E06A3CDF0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931AD7-D2DA-4BF6-992C-3C4680B18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9120C-1D88-4FB3-AB56-D34E189AF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06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62B7F-81FF-4C64-90D1-00F6F67ED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031C69-6FDE-4DF4-8042-25E4E7F87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28235-8AFE-4C2A-B711-D2CD7C028CA0}" type="datetimeFigureOut">
              <a:rPr lang="en-US" smtClean="0"/>
              <a:t>10/27/2019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5100C9-AE16-48C2-B04C-FE97482FC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BBAA01-7335-4A9A-9F1D-71202BD86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9120C-1D88-4FB3-AB56-D34E189AF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257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B3DD2A-8957-4FA5-8392-EAD4D53D4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28235-8AFE-4C2A-B711-D2CD7C028CA0}" type="datetimeFigureOut">
              <a:rPr lang="en-US" smtClean="0"/>
              <a:t>10/27/2019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F6ABE7-7560-4E8B-AFB6-C1CDB58A4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64DD7C-2A4B-4A2A-A45C-CF2B38DB6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9120C-1D88-4FB3-AB56-D34E189AF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445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B0CB7-5646-4CB0-8DD6-3AF6098EB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9BD4C-ECDC-44EF-ADE4-765F1626E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4D18E1-4CA6-4DBD-A23B-595CA8579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D3E527-CE8B-41BA-9829-BE1DD9DF8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28235-8AFE-4C2A-B711-D2CD7C028CA0}" type="datetimeFigureOut">
              <a:rPr lang="en-US" smtClean="0"/>
              <a:t>10/27/2019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C8DC6F-4F4E-444C-AAD0-A52E2DC8B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93EE4C-C565-48C8-B175-33545FA49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9120C-1D88-4FB3-AB56-D34E189AF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851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8FD24-560C-42B6-BEF4-4233536BF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F1E65A-6CD1-4191-9F94-D5DA02335C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EB368-DAE2-446A-AE5E-2CF8C44651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0D5644-2192-49DD-B9E9-5374A04EA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28235-8AFE-4C2A-B711-D2CD7C028CA0}" type="datetimeFigureOut">
              <a:rPr lang="en-US" smtClean="0"/>
              <a:t>10/27/2019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2687B-F3E2-47D4-95F2-F766EC08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C645C-049E-4E6F-AE89-7B131601F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9120C-1D88-4FB3-AB56-D34E189AF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924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EDBA2-0A2C-425D-B7C0-70A3F7DDD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7A4783-FDFF-4465-B99B-48EA8E3451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9A037-1CAE-4C6F-A5AB-2329AD1FF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28235-8AFE-4C2A-B711-D2CD7C028CA0}" type="datetimeFigureOut">
              <a:rPr lang="en-US" smtClean="0"/>
              <a:t>10/27/2019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30120-DC33-478C-AF50-2A4152E36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FA269-B0B2-4EBB-A256-5301735BA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9120C-1D88-4FB3-AB56-D34E189AF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7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F7CAAF-9D21-456B-993B-1C33105952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A805AE-5E6A-4211-80EB-D5412E15E5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53A21-9FC8-4185-8ED7-356CD815A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28235-8AFE-4C2A-B711-D2CD7C028CA0}" type="datetimeFigureOut">
              <a:rPr lang="en-US" smtClean="0"/>
              <a:t>10/27/2019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E8EB9-3EA2-4BF7-86E3-A3CD40688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90B223-AB91-4A19-8577-EB76911FF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9120C-1D88-4FB3-AB56-D34E189AF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272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B6DD42-4A26-4DE6-ACF2-07B421202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6E7902-17A8-4451-9A1B-519FA8727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0C2DA-472E-42B6-843B-E4B6E835F8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128235-8AFE-4C2A-B711-D2CD7C028CA0}" type="datetimeFigureOut">
              <a:rPr lang="en-US" smtClean="0"/>
              <a:t>10/27/2019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38868-7035-449C-AFEC-9CA6ED6835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FDB6E-A748-4616-ACD7-796F7616F9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09120C-1D88-4FB3-AB56-D34E189AF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712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536E09-E1C7-45CC-B3A7-F0D742282C19}"/>
              </a:ext>
            </a:extLst>
          </p:cNvPr>
          <p:cNvSpPr txBox="1"/>
          <p:nvPr/>
        </p:nvSpPr>
        <p:spPr>
          <a:xfrm>
            <a:off x="2717564" y="600017"/>
            <a:ext cx="5595164" cy="56323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RegularPolygon</a:t>
            </a:r>
          </a:p>
          <a:p>
            <a:endParaRPr lang="en-US" dirty="0"/>
          </a:p>
          <a:p>
            <a:r>
              <a:rPr lang="en-US" dirty="0"/>
              <a:t>-n: int</a:t>
            </a:r>
          </a:p>
          <a:p>
            <a:r>
              <a:rPr lang="en-US" dirty="0"/>
              <a:t>-side: double</a:t>
            </a:r>
          </a:p>
          <a:p>
            <a:r>
              <a:rPr lang="en-US" dirty="0"/>
              <a:t>-x: double</a:t>
            </a:r>
          </a:p>
          <a:p>
            <a:r>
              <a:rPr lang="en-US" dirty="0"/>
              <a:t>-y: double</a:t>
            </a:r>
          </a:p>
          <a:p>
            <a:r>
              <a:rPr lang="en-US" dirty="0"/>
              <a:t>+RegularPolygon()</a:t>
            </a:r>
          </a:p>
          <a:p>
            <a:r>
              <a:rPr lang="en-US" dirty="0"/>
              <a:t>+RegularPolygon(n: int, side: double)</a:t>
            </a:r>
          </a:p>
          <a:p>
            <a:r>
              <a:rPr lang="en-US" dirty="0"/>
              <a:t>+RegularPolygon(n: int, side: double, x: double, y: double)</a:t>
            </a:r>
          </a:p>
          <a:p>
            <a:r>
              <a:rPr lang="en-US" dirty="0"/>
              <a:t>+setN(nInt: int)</a:t>
            </a:r>
          </a:p>
          <a:p>
            <a:r>
              <a:rPr lang="en-US" dirty="0"/>
              <a:t>+setSide(nSide: double)</a:t>
            </a:r>
          </a:p>
          <a:p>
            <a:r>
              <a:rPr lang="en-US" dirty="0"/>
              <a:t>+setX(nX: double)</a:t>
            </a:r>
          </a:p>
          <a:p>
            <a:r>
              <a:rPr lang="en-US" dirty="0"/>
              <a:t>+setY(nY: double)</a:t>
            </a:r>
          </a:p>
          <a:p>
            <a:r>
              <a:rPr lang="en-US" dirty="0"/>
              <a:t>+getN(): int</a:t>
            </a:r>
          </a:p>
          <a:p>
            <a:r>
              <a:rPr lang="en-US" dirty="0"/>
              <a:t>+getSide(): double</a:t>
            </a:r>
          </a:p>
          <a:p>
            <a:r>
              <a:rPr lang="en-US" dirty="0"/>
              <a:t>+getX(): double</a:t>
            </a:r>
          </a:p>
          <a:p>
            <a:r>
              <a:rPr lang="en-US" dirty="0"/>
              <a:t>+getY(): double</a:t>
            </a:r>
          </a:p>
          <a:p>
            <a:r>
              <a:rPr lang="en-US" dirty="0"/>
              <a:t>+getApothem(): double</a:t>
            </a:r>
          </a:p>
          <a:p>
            <a:r>
              <a:rPr lang="en-US" dirty="0"/>
              <a:t>+getPerimeter(): double</a:t>
            </a:r>
          </a:p>
          <a:p>
            <a:r>
              <a:rPr lang="en-US" dirty="0"/>
              <a:t>+getArea(): double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3B50EB4-6443-4B62-BF47-5BBB8D8B3DAE}"/>
              </a:ext>
            </a:extLst>
          </p:cNvPr>
          <p:cNvCxnSpPr>
            <a:cxnSpLocks/>
          </p:cNvCxnSpPr>
          <p:nvPr/>
        </p:nvCxnSpPr>
        <p:spPr>
          <a:xfrm>
            <a:off x="2717563" y="1043709"/>
            <a:ext cx="559516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CCB898-97CD-497E-BD01-8D46E5B4F438}"/>
              </a:ext>
            </a:extLst>
          </p:cNvPr>
          <p:cNvCxnSpPr>
            <a:cxnSpLocks/>
          </p:cNvCxnSpPr>
          <p:nvPr/>
        </p:nvCxnSpPr>
        <p:spPr>
          <a:xfrm>
            <a:off x="2717562" y="2295238"/>
            <a:ext cx="559516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805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106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Josh Manchester</dc:creator>
  <cp:lastModifiedBy>Josh Manchester</cp:lastModifiedBy>
  <cp:revision>3</cp:revision>
  <dcterms:created xsi:type="dcterms:W3CDTF">2019-10-28T01:39:04Z</dcterms:created>
  <dcterms:modified xsi:type="dcterms:W3CDTF">2019-10-28T02:40:13Z</dcterms:modified>
</cp:coreProperties>
</file>